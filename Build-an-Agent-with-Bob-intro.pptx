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1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DF5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INTERNAL DEV DAY  ·  HANDS-ON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an AI Agent</a:t>
            </a:r>
            <a:endParaRPr lang="en-US" sz="5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Bob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an empty laptop to a working agent — in about two hours. You'll install everything, let Bob write the code, and watch an AI decide when to use its tools. No experience needed.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231709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2317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6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watsonx Orchestrate ADK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40050" y="5257800"/>
            <a:ext cx="883310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40050" y="525780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6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Bob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5257800"/>
            <a:ext cx="2944368" cy="384048"/>
          </a:xfrm>
          <a:prstGeom prst="rect">
            <a:avLst/>
          </a:prstGeom>
          <a:solidFill>
            <a:srgbClr val="222222"/>
          </a:solidFill>
          <a:ln w="9525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525780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C6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You'll build: an Event Planner</a:t>
            </a:r>
            <a:endParaRPr lang="en-US" sz="1100" dirty="0"/>
          </a:p>
        </p:txBody>
      </p:sp>
      <p:pic>
        <p:nvPicPr>
          <p:cNvPr id="12" name="Image 0" descr="/sessions/exciting-pensive-mccarthy/mnt/outputs/deckbuild/img/b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234440"/>
            <a:ext cx="2468880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YOU'LL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Event Planner agent — and the whole workflow around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965960"/>
            <a:ext cx="5650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 agent, deployed to the cloud.  </a:t>
            </a:r>
            <a:r>
              <a:rPr lang="en-US" sz="15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(Llama 3.3) plus plain-English instructions, running on your own watsonx Orchestrate instance.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5650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tools it can choose from.  </a:t>
            </a:r>
            <a:r>
              <a:rPr lang="en-US" sz="15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 a budget, suggest venues, and manage a guest list — each a small Python function Bob writes for you.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886200"/>
            <a:ext cx="5650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 chat window.  </a:t>
            </a:r>
            <a:r>
              <a:rPr lang="en-US" sz="15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 to your agent in the terminal, then through a polished web page served from your laptop.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40880" y="1965960"/>
            <a:ext cx="4480560" cy="3566160"/>
          </a:xfrm>
          <a:prstGeom prst="rect">
            <a:avLst/>
          </a:prstGeom>
          <a:solidFill>
            <a:srgbClr val="ED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1965960"/>
            <a:ext cx="82296" cy="35661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43C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never write </a:t>
            </a:r>
            <a:r>
              <a:rPr lang="en-US" sz="1700" i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“if the user asks about budget, call the budget tool.”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3657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just describe each tool in plain English — and the model decides on its own when to call which one. That's the part that surprises people.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FITS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 = a model + instructions + tools it's allowed to 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3504" y="1837944"/>
            <a:ext cx="10981944" cy="6051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exciting-pensive-mccarthy/mnt/outputs/deckbuild/img/agent-flow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10908792" cy="59780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TOOLKIT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tools do all the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822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Bob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0358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IBM's AI-powered code editor — where you build. Describe what you need and Bob writes the files for you.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402336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43584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your tools, agent, and config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4590288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43584" y="4544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Built-in chat + terminal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5157216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43584" y="5111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run the commands; Bob writes the code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62472" y="1965960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62472" y="1965960"/>
            <a:ext cx="5120640" cy="822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TOOLKIT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watsonx Orchestrate ADK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82512" y="30358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Development Kit — a Python package that gives you the orchestrate command to build, deploy, and test agents.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82512" y="402336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65976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 install ibm-watsonx-orchestrate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82512" y="4590288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5976" y="4544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Deploys your agent to the cloud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82512" y="5157216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65976" y="51114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Reaches it from your laptop via chat.py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GIVE BOB THE KNOW-HOW  ·  OPTION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WXO Agent Architect mode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Bob writes any code, give it a cheat sheet so it stops guessing and looks up real, current Orchestrate syntax. The fastest path: a ready-made Bob mode.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788920"/>
            <a:ext cx="5559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pre-briefed version of Bob.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“WXO Agent Architect” always checks the ADK docs and follows Orchestrate best practices.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3630168"/>
            <a:ext cx="5559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the mode file.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 Palette → Modes → Import → pick the .yaml your instructor shares.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517136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4471416"/>
            <a:ext cx="5559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just pick it.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WXO Agent Architect from the mode picker at the top of Bob's chat.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5852160" cy="822960"/>
          </a:xfrm>
          <a:prstGeom prst="rect">
            <a:avLst/>
          </a:prstGeom>
          <a:solidFill>
            <a:srgbClr val="ED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82296" cy="8229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5532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43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the hood  </a:t>
            </a: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connects Bob to IBM's official watsonx Orchestrate docs MCP server — a live reference book Bob can open mid-task.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67144" y="1883664"/>
            <a:ext cx="4690872" cy="240798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/sessions/exciting-pensive-mccarthy/mnt/outputs/deckbuild/img/bob-chat-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920240"/>
            <a:ext cx="4617720" cy="233483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67144" y="4309939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Bob's mode picker — select WXO Agent Architect.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GIVE BOB THE KNOW-HOW  ·  OPTION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 download it from the Marketplace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mode file handed out? You can wire up the same Orchestrate know-how yourself from inside Bob — either from the Marketplace / Extensions, or by adding the docs MCP server to this project.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880360"/>
            <a:ext cx="5559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from the Marketplace.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Extensions (the blocks icon), search “watsonx Orchestrate,” and click Install on the ADK extension.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3749040"/>
            <a:ext cx="5559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docs MCP server.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Settings → MCP → +, scope it to this project, and point it at the official docs server.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4617720"/>
            <a:ext cx="5559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Bob add it for you.  </a:t>
            </a: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the config open, just ask Bob in chat to add the watsonx-orchestrate-docs server.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67144" y="1975104"/>
            <a:ext cx="4370832" cy="3506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/sessions/exciting-pensive-mccarthy/mnt/outputs/deckbuild/img/bob-install-ext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11680"/>
            <a:ext cx="4297680" cy="34336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67144" y="55002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the watsonx Orchestrate ADK from Bob's Extensions.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CONNECTING TO ORCHESTRATE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environment variables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agent runs on a shared watsonx Orchestrate instance in the cloud. To reach it, the toolkit needs two secrets — a Service Instance URL and an API key — which you keep in a small .env file, never in your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Grab your two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221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shared Box folder and find the row matching your last name. Copy your Service Instance URL and API key.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606040"/>
            <a:ext cx="34290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53712" y="2834640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5371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them in .env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38221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 file named .env by hand (Bob refuses to write API keys). Two lines: WXO_URL and WXO_API_KEY.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2606040"/>
            <a:ext cx="34290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38744" y="2834640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38744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38744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Load, then connect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38744" y="38221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.env, then register + activate the env. The key becomes a short-lived token — it never prints on screen.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5852160" cy="123444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82296" cy="123444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.env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WXO_URL=&lt;your Service Instance URL&gt;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WXO_API_KEY=&lt;your API Key&gt;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4983480"/>
            <a:ext cx="4800600" cy="1234440"/>
          </a:xfrm>
          <a:prstGeom prst="rect">
            <a:avLst/>
          </a:prstGeom>
          <a:solidFill>
            <a:srgbClr val="FCF4D6"/>
          </a:solidFill>
          <a:ln w="12700">
            <a:solidFill>
              <a:srgbClr val="F1C2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5120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E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CREDENTIALS  ·  BOX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54132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ibm.box.com/v/internaldevday
</a:t>
            </a: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Password: </a:t>
            </a:r>
            <a:r>
              <a:rPr lang="en-US" sz="13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BobDevDay2026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FINISH 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kern="0" spc="-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your IBM Bob Champion certificate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965960"/>
            <a:ext cx="4736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Finish the lab, earn the badge.  </a:t>
            </a: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the workshop and grab your personalized IBM Bob Champion certificate of recognition.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44368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898648"/>
            <a:ext cx="4736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Personalized with your name.  </a:t>
            </a: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for you at the end — from the wrap-up step in the guide.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77056"/>
            <a:ext cx="118872" cy="1188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831336"/>
            <a:ext cx="4736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the win.  </a:t>
            </a: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 it on LinkedIn with #IBMBob, #watsonxOrchestrate, #BuildAnAgent — and tag your instructor.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52744" y="1929384"/>
            <a:ext cx="5605272" cy="318343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sessions/exciting-pensive-mccarthy/mnt/outputs/deckbuild/img/certificate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65960"/>
            <a:ext cx="5532120" cy="31102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52744" y="5131105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certificate — personalized with your name.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91695" cy="18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an Agent with Bob  ·  watsonx Orchestrate + IBM Bob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DF5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kern="0" spc="-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guide and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kern="0" spc="-8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begin at Step 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ibm.biz/build-an-agent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your operating system in the top-right — every command on the page updates to match. Then do the blue numbered steps in order. Five helpers are walking the room; once Bob is installed, you can ask Bob itself for help.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0" y="1600200"/>
            <a:ext cx="306324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sessions/exciting-pensive-mccarthy/mnt/outputs/deckbuild/img/qr-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920240"/>
            <a:ext cx="2240280" cy="2240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 to open the guide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ibm.biz/build-an-agent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Joshua Shiman · Customer Success Engineer, Data &amp; AI · jshiman@ibm.com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1044</Words>
  <Application>Microsoft Macintosh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Joshua Shiman</cp:lastModifiedBy>
  <cp:revision>1</cp:revision>
  <dcterms:created xsi:type="dcterms:W3CDTF">2026-08-19T10:55:25Z</dcterms:created>
  <dcterms:modified xsi:type="dcterms:W3CDTF">2026-08-20T05:17:54Z</dcterms:modified>
</cp:coreProperties>
</file>